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dhBX9v1KJ2U1vEbSEsw3HAXUK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9"/>
          <p:cNvSpPr txBox="1"/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0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10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 rot="5400000">
            <a:off x="2874780" y="-1217340"/>
            <a:ext cx="339408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1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 rot="5400000">
            <a:off x="5463720" y="1371600"/>
            <a:ext cx="438840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 rot="5400000">
            <a:off x="1272780" y="-609660"/>
            <a:ext cx="438840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15"/>
          <p:cNvSpPr txBox="1"/>
          <p:nvPr>
            <p:ph idx="1"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15"/>
          <p:cNvSpPr txBox="1"/>
          <p:nvPr>
            <p:ph idx="2"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5"/>
          <p:cNvSpPr txBox="1"/>
          <p:nvPr>
            <p:ph idx="3"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5"/>
          <p:cNvSpPr txBox="1"/>
          <p:nvPr>
            <p:ph idx="4"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6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16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8"/>
          <p:cNvSpPr txBox="1"/>
          <p:nvPr>
            <p:ph idx="1"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8"/>
          <p:cNvSpPr txBox="1"/>
          <p:nvPr>
            <p:ph idx="2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9"/>
          <p:cNvSpPr txBox="1"/>
          <p:nvPr>
            <p:ph idx="2"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Dust products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/>
          <p:nvPr>
            <p:ph idx="1"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Some options</a:t>
            </a:r>
            <a:br>
              <a:rPr b="0" i="0" lang="en-US" sz="2400" u="none" cap="none" strike="noStrike"/>
            </a:br>
            <a:br>
              <a:rPr b="0" i="0" lang="en-US" sz="2400" u="none" cap="none" strike="noStrike"/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>
            <p:ph idx="10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September 16, 2025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 Multi-sensor Aerosol product (PMAp)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Climate record 2007–2019 (PMAp CDR)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AOD (GOME-2)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Aersool types and clouds (IASI, AVHRR)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Dust as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non-operational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product…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PMAp (dust-dominated total AOD contribution from other aerosol types than dust)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Aerosol types: ocean fine mode, ocean coarse mode, thick biomass burning, desert dust, volcanic ash/thick dust, volcanic ash with SO2, aerosol contaminated cloud, ash contaminated cloud, unclassified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 Multi-sensor Aerosol product (PMAp)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GOME-2 Fundamental Data Record (FDR) Level 1C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IASI         FDR   Level-1C NRT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AVHRR              Level 1B NRT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 Multi-sensor Aerosol product (PMAp)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identification and correction using collocated AVHRR observations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discrimination between aerosols and clouds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preliminary classification of aerosols, including desert dust detection.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AODs also for partly cloudy footprints,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of estimated AOD using unpolarised GOME-2 reflectances and a Look-Up-Table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AOD estimates is retrieved for each candidate aerosol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best fit between the measured and modelled reflectances and Stokes fractions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model (LUTs from 9 models), for each aerosol, aerosol type is set and final AOD from the AODs retrieved at the second step is selected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2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AERONET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 Multi-sensor Aerosol product (PMAp)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457200" y="1200240"/>
            <a:ext cx="82293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PMAp –&gt; AODs @ 550nm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possible to define the dust fraction (or AOD related to dust particles only) from a PMAp total AOD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dust-dominated total AOD where the aerosol class is set to “desert dust” or “thick dust” for pixels which the assumed dominant aerosol type is dust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“total AOD” “dust-dominated total AOD”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but: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subset of data/domain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against specially filtered AERONET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describing dust occurrence and variation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sensitive enough for high AOD cases involving dust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63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PMAp observations cannot be used to define DAOD global variation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Thanos AOD retrieval (we need a nice name)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@10.8μm (MSG –&gt; update σε MTG)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 Surface Temperature (ERA5 –&gt; update σε MTG</a:t>
            </a:r>
            <a:r>
              <a:rPr b="0" baseline="3000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 (ERA5)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from MODTRAN4 (more model runs)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mask (MSG/MTG)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Thanos AOD retrieval (we need a nice name)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Difficulties: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Discrimination of dust from clouds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Define/choose a rolling pristine sky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ERA5 latency 5 days for preliminary, 2-3 months for final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AERONET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Sentinel-3?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Upgrades: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9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2025-09-16T08:58:59Z</dcterms:created>
  <dc:creator>Athanasios Natsis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September 16, 2025</vt:lpwstr>
  </property>
  <property fmtid="{D5CDD505-2E9C-101B-9397-08002B2CF9AE}" pid="3" name="output">
    <vt:lpwstr/>
  </property>
  <property fmtid="{D5CDD505-2E9C-101B-9397-08002B2CF9AE}" pid="4" name="subtitle">
    <vt:lpwstr>Some options</vt:lpwstr>
  </property>
</Properties>
</file>